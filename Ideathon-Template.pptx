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hi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BD0CF-E423-4986-8A00-B1550C8D678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hELLO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07711-4BB8-4A38-9957-3950B3019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55714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hi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81191-2884-47A8-B3A8-FCE64560BC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hELLO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E193F-F597-48A9-97C8-E834161DA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3995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EA5F-95DC-462F-9085-D44FDA19F441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37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9E15D-89FE-4739-9D12-67EB79628E9A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228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61EBE-5DFD-45B4-B788-D23594BD6304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295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B05A7-436C-45A0-8E49-2B6C8B2C1719}" type="datetime1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67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307C1-1F78-4683-8FD5-75432BD52042}" type="datetime1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708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0E7E9-39E0-480B-8E65-C4757C9D89E9}" type="datetime1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84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1CA27-91A2-4823-B961-3188F0D1E992}" type="datetime1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434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E974-04F4-4876-A7D1-E5FCBB500481}" type="datetime1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255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05F1-3488-4C97-A287-C42473027FC2}" type="datetime1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43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42F6-2D24-47FD-8F93-AC7353205890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3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20F4-6163-4EB8-B16A-5C88085131C4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02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42A73-60E5-41B9-B71C-64C3A2F9AA18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Jain Institute of Technology, Davangere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B5226-DCD3-47BD-A680-56D1546DD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720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24" y="316819"/>
            <a:ext cx="1240222" cy="11749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811" y="-162057"/>
            <a:ext cx="2823189" cy="18821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091557" y="529985"/>
            <a:ext cx="7395947" cy="1097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Arka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Educational &amp; Cultural Trust (Regd.)</a:t>
            </a:r>
            <a:b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Jain Institute of Technology, Davanagere.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  <a:tabLst>
                <a:tab pos="2971800" algn="ctr"/>
                <a:tab pos="5943600" algn="r"/>
                <a:tab pos="677545" algn="l"/>
                <a:tab pos="694055" algn="l"/>
                <a:tab pos="736600" algn="l"/>
                <a:tab pos="2971800" algn="ctr"/>
                <a:tab pos="5943600" algn="r"/>
              </a:tabLst>
            </a:pPr>
            <a:r>
              <a:rPr lang="x-none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x-none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of Jain Group of Institutions, Bangalore )</a:t>
            </a:r>
            <a:endParaRPr lang="en-IN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753" y="1561970"/>
            <a:ext cx="1881251" cy="146336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120223" y="2831780"/>
            <a:ext cx="3883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IDEA  PRESENTATION </a:t>
            </a:r>
            <a:endParaRPr lang="en-IN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2716" y="4829504"/>
            <a:ext cx="2217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 :</a:t>
            </a:r>
            <a:endParaRPr lang="en-IN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399" y="3945671"/>
            <a:ext cx="2217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Team Name :</a:t>
            </a:r>
            <a:endParaRPr lang="en-IN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1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302551" y="3069707"/>
            <a:ext cx="609533" cy="498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0898" y="3469817"/>
            <a:ext cx="179726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“TITLE” </a:t>
            </a:r>
          </a:p>
        </p:txBody>
      </p:sp>
    </p:spTree>
    <p:extLst>
      <p:ext uri="{BB962C8B-B14F-4D97-AF65-F5344CB8AC3E}">
        <p14:creationId xmlns:p14="http://schemas.microsoft.com/office/powerpoint/2010/main" val="545766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02675" y="963207"/>
            <a:ext cx="8092966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CONTENT</a:t>
            </a:r>
            <a:endParaRPr lang="en-IN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28192" y="1798246"/>
            <a:ext cx="42041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VIABILITY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&amp; INNOVATION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BENEFITS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23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02675" y="963207"/>
            <a:ext cx="8092966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164516" y="6492874"/>
            <a:ext cx="2743200" cy="365125"/>
          </a:xfrm>
        </p:spPr>
        <p:txBody>
          <a:bodyPr/>
          <a:lstStyle/>
          <a:p>
            <a:fld id="{308B5226-DCD3-47BD-A680-56D1546DD451}" type="slidenum">
              <a:rPr lang="en-IN" smtClean="0"/>
              <a:t>3</a:t>
            </a:fld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922" y="6492875"/>
            <a:ext cx="4026877" cy="365125"/>
          </a:xfrm>
        </p:spPr>
        <p:txBody>
          <a:bodyPr/>
          <a:lstStyle/>
          <a:p>
            <a:pPr algn="l"/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Institute of Technology, 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78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4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6488668"/>
            <a:ext cx="3964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Institute of Technology,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2675" y="963207"/>
            <a:ext cx="8092966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58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5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6488668"/>
            <a:ext cx="3964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Institute of Technology,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2675" y="963207"/>
            <a:ext cx="8092966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3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6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6488668"/>
            <a:ext cx="3964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Institute of Technology,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2675" y="963207"/>
            <a:ext cx="8092966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05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7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6488668"/>
            <a:ext cx="3964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Institute of Technology,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2675" y="963207"/>
            <a:ext cx="809296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VIABILITY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6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8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6488668"/>
            <a:ext cx="3964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Institute of Technology,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2675" y="963207"/>
            <a:ext cx="809296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&amp; INNOVATION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54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9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6488668"/>
            <a:ext cx="3964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Institute of Technology,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2675" y="963207"/>
            <a:ext cx="809296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BENEFITS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9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10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6488668"/>
            <a:ext cx="3964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Institute of Technology,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2675" y="963207"/>
            <a:ext cx="809296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BENEFITS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25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11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6488668"/>
            <a:ext cx="3964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Institute of Technology,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2675" y="963207"/>
            <a:ext cx="8092966" cy="130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44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12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2292"/>
            <a:ext cx="4067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Institute of Technology,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461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226-DCD3-47BD-A680-56D1546DD451}" type="slidenum">
              <a:rPr lang="en-IN" smtClean="0"/>
              <a:t>13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38" y="-192540"/>
            <a:ext cx="3183462" cy="21223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2292"/>
            <a:ext cx="4067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Institute of Technology,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742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154</Words>
  <Application>Microsoft Office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</dc:creator>
  <cp:lastModifiedBy>Mohammed Saqib</cp:lastModifiedBy>
  <cp:revision>14</cp:revision>
  <dcterms:created xsi:type="dcterms:W3CDTF">2026-03-14T07:03:42Z</dcterms:created>
  <dcterms:modified xsi:type="dcterms:W3CDTF">2026-03-24T15:02:08Z</dcterms:modified>
</cp:coreProperties>
</file>